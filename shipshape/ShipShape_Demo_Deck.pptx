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8"/>
    <p:sldId id="284" r:id="rId39"/>
    <p:sldId id="285" r:id="rId40"/>
    <p:sldId id="286" r:id="rId4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f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